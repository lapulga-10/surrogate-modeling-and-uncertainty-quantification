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66CCFE-493F-4A05-B723-28F010F6C830}">
  <a:tblStyle styleId="{2466CCFE-493F-4A05-B723-28F010F6C8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b4c4ff2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b4c4ff2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b4c4ff2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b4c4ff2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b4c4ff2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b4c4ff2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b4c4ff2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b4c4ff2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b4c4ff2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b4c4ff2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It builds many decision trees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Trees “vote” or average their predictions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595959"/>
                </a:solidFill>
              </a:rPr>
              <a:t>→ This demonstrates exactly how ensemble learning improves accuracy and robustness.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9b4c4ff2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9b4c4ff2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c75118d6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c75118d6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c75118d62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c75118d62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b4c4ff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b4c4ff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techniques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Ensemble techniques?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13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techniques combine </a:t>
            </a:r>
            <a:r>
              <a:rPr b="1" lang="en"/>
              <a:t>multiple</a:t>
            </a:r>
            <a:r>
              <a:rPr b="1" lang="en"/>
              <a:t>  </a:t>
            </a:r>
            <a:r>
              <a:rPr b="1" lang="en"/>
              <a:t>learners</a:t>
            </a:r>
            <a:r>
              <a:rPr lang="en"/>
              <a:t> (typically decision trees) to produce a more accurate and robust surrogate model. They reduce variance (bagging), reduce bias (boosting), and capture nonlinear interactions without needing heavy feature engineering.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Idea: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Many simple models working together outperform one complex model.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300" y="961664"/>
            <a:ext cx="4392900" cy="3389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main types of ensemble techniques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Ensemble Techniques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1. Bagging (Bootstrap Aggregation)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Trains many models independently on bootstrapped samples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Focus: variance reduction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2. Boosting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Models trained sequentially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Focus: bias reduction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 us take Random Forest as an example for Bagging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is an ensemble learning method that builds many independent decision trees and averages their predictions for regression tasks.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bagging (bootstrap aggregation): each tree sees a different </a:t>
            </a:r>
            <a:r>
              <a:rPr b="1" lang="en"/>
              <a:t>random subset of data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subset of features used at each split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 prediction = mean of all tree predictions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As an example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850" y="1152475"/>
            <a:ext cx="4723624" cy="361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As an example</a:t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311700" y="1279975"/>
            <a:ext cx="782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Core Ensemble Principles Shown by example: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Diversity among models: </a:t>
            </a:r>
            <a:r>
              <a:rPr b="1" lang="en" sz="1800">
                <a:solidFill>
                  <a:schemeClr val="dk2"/>
                </a:solidFill>
              </a:rPr>
              <a:t>Each tree is slightly different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Aggregation (averaging predictions)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Reduced variance and improved generalization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As an example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243425" y="1279975"/>
            <a:ext cx="7968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Random Forest introduces randomness in two ways: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Bootstrap sampling → Each tree trains on a different subset of the data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Random feature selection → Each split sees different subsets of features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enforces decorrelation between trees — the key requirement of powerful ensembles.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 learning Procedure</a:t>
            </a:r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243425" y="1279975"/>
            <a:ext cx="79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b="0" l="0" r="0" t="13985"/>
          <a:stretch/>
        </p:blipFill>
        <p:spPr>
          <a:xfrm>
            <a:off x="557225" y="1017723"/>
            <a:ext cx="8029575" cy="3711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Bagging               vs            Boosting</a:t>
            </a:r>
            <a:endParaRPr/>
          </a:p>
        </p:txBody>
      </p:sp>
      <p:sp>
        <p:nvSpPr>
          <p:cNvPr id="105" name="Google Shape;105;p21"/>
          <p:cNvSpPr txBox="1"/>
          <p:nvPr/>
        </p:nvSpPr>
        <p:spPr>
          <a:xfrm>
            <a:off x="243425" y="1279975"/>
            <a:ext cx="79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06" name="Google Shape;106;p21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{2466CCFE-493F-4A05-B723-28F010F6C830}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Independent</a:t>
                      </a:r>
                      <a:r>
                        <a:rPr lang="en"/>
                        <a:t> learners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Dependant learners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Equal weight to all models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Weights a model’s contribution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Aggregation of model results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2944800" y="1394925"/>
            <a:ext cx="32544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/>
              <a:t>Thank 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